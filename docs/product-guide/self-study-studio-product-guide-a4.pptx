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a62b58794c44ba" /><Relationship Type="http://schemas.openxmlformats.org/officeDocument/2006/relationships/extended-properties" Target="/docProps/app.xml" Id="R766061082a67485c" /><Relationship Type="http://schemas.openxmlformats.org/officeDocument/2006/relationships/officeDocument" Target="/ppt/presentation.xml" Id="R2c7037f0cdc342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0d7d29e69947c8"/>
  </p:sldMasterIdLst>
  <p:notesMasterIdLst>
    <p:notesMasterId xmlns:r="http://schemas.openxmlformats.org/officeDocument/2006/relationships" r:id="R471efe58893849a0"/>
  </p:notesMasterIdLst>
  <p:sldIdLst>
    <p:sldId xmlns:r="http://schemas.openxmlformats.org/officeDocument/2006/relationships" id="256" r:id="Ra09b90ef27b84a3e"/>
    <p:sldId xmlns:r="http://schemas.openxmlformats.org/officeDocument/2006/relationships" id="257" r:id="R11b5544f7e364a9d"/>
    <p:sldId xmlns:r="http://schemas.openxmlformats.org/officeDocument/2006/relationships" id="258" r:id="Rcbdee1f93b0b42cf"/>
    <p:sldId xmlns:r="http://schemas.openxmlformats.org/officeDocument/2006/relationships" id="259" r:id="Reac2ddfeeaaa4833"/>
    <p:sldId xmlns:r="http://schemas.openxmlformats.org/officeDocument/2006/relationships" id="260" r:id="R4964e734e28d4c33"/>
    <p:sldId xmlns:r="http://schemas.openxmlformats.org/officeDocument/2006/relationships" id="261" r:id="R45a5dc7ca00f4f64"/>
    <p:sldId xmlns:r="http://schemas.openxmlformats.org/officeDocument/2006/relationships" id="262" r:id="Rf7abfb9091a14d31"/>
    <p:sldId xmlns:r="http://schemas.openxmlformats.org/officeDocument/2006/relationships" id="263" r:id="R52c6b855720e43fe"/>
    <p:sldId xmlns:r="http://schemas.openxmlformats.org/officeDocument/2006/relationships" id="264" r:id="R630da7e1caca4005"/>
    <p:sldId xmlns:r="http://schemas.openxmlformats.org/officeDocument/2006/relationships" id="265" r:id="Rbf9a0dc5d13b4437"/>
    <p:sldId xmlns:r="http://schemas.openxmlformats.org/officeDocument/2006/relationships" id="266" r:id="R1a5a46f1ca3b4de4"/>
    <p:sldId xmlns:r="http://schemas.openxmlformats.org/officeDocument/2006/relationships" id="267" r:id="Red6b3c5f07484f05"/>
    <p:sldId xmlns:r="http://schemas.openxmlformats.org/officeDocument/2006/relationships" id="268" r:id="R7e9f0b42422540fd"/>
    <p:sldId xmlns:r="http://schemas.openxmlformats.org/officeDocument/2006/relationships" id="269" r:id="Rc488258e45184241"/>
    <p:sldId xmlns:r="http://schemas.openxmlformats.org/officeDocument/2006/relationships" id="270" r:id="R2e935426f72148a8"/>
    <p:sldId xmlns:r="http://schemas.openxmlformats.org/officeDocument/2006/relationships" id="271" r:id="R47a9039b69024a1e"/>
    <p:sldId xmlns:r="http://schemas.openxmlformats.org/officeDocument/2006/relationships" id="272" r:id="R0c9fa426a98b418f"/>
    <p:sldId xmlns:r="http://schemas.openxmlformats.org/officeDocument/2006/relationships" id="273" r:id="Rc2d15108c9db4d11"/>
    <p:sldId xmlns:r="http://schemas.openxmlformats.org/officeDocument/2006/relationships" id="274" r:id="R4562ad1df3fa4de0"/>
    <p:sldId xmlns:r="http://schemas.openxmlformats.org/officeDocument/2006/relationships" id="275" r:id="R941602842a4449cb"/>
    <p:sldId xmlns:r="http://schemas.openxmlformats.org/officeDocument/2006/relationships" id="276" r:id="Rd46a74bc7afd41f3"/>
    <p:sldId xmlns:r="http://schemas.openxmlformats.org/officeDocument/2006/relationships" id="277" r:id="Rc9f57844ca8c4c22"/>
    <p:sldId xmlns:r="http://schemas.openxmlformats.org/officeDocument/2006/relationships" id="278" r:id="Rfa612a6f0bc04de1"/>
    <p:sldId xmlns:r="http://schemas.openxmlformats.org/officeDocument/2006/relationships" id="279" r:id="R6e28b925866b4bd1"/>
    <p:sldId xmlns:r="http://schemas.openxmlformats.org/officeDocument/2006/relationships" id="280" r:id="Redc9ac3245a14367"/>
    <p:sldId xmlns:r="http://schemas.openxmlformats.org/officeDocument/2006/relationships" id="281" r:id="R37718310d80e4219"/>
    <p:sldId xmlns:r="http://schemas.openxmlformats.org/officeDocument/2006/relationships" id="282" r:id="R9f14f11f4b164d2c"/>
    <p:sldId xmlns:r="http://schemas.openxmlformats.org/officeDocument/2006/relationships" id="283" r:id="R8887dc50d5e8472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aee72ae30c4ed6" /><Relationship Type="http://schemas.openxmlformats.org/officeDocument/2006/relationships/slideMaster" Target="/ppt/slideMasters/slideMaster1.xml" Id="Rc00d7d29e69947c8" /><Relationship Type="http://schemas.openxmlformats.org/officeDocument/2006/relationships/notesMaster" Target="/ppt/notesMasters/notesMaster1.xml" Id="R471efe58893849a0" /><Relationship Type="http://schemas.openxmlformats.org/officeDocument/2006/relationships/presProps" Target="/ppt/presProps.xml" Id="Rf9b75dfd1a174e8b" /><Relationship Type="http://schemas.openxmlformats.org/officeDocument/2006/relationships/tableStyles" Target="/ppt/tableStyles.xml" Id="Rb89148849aff49ae" /><Relationship Type="http://schemas.openxmlformats.org/officeDocument/2006/relationships/slide" Target="/ppt/slides/slide1.xml" Id="Ra09b90ef27b84a3e" /><Relationship Type="http://schemas.openxmlformats.org/officeDocument/2006/relationships/slide" Target="/ppt/slides/slide2.xml" Id="R11b5544f7e364a9d" /><Relationship Type="http://schemas.openxmlformats.org/officeDocument/2006/relationships/slide" Target="/ppt/slides/slide3.xml" Id="Rcbdee1f93b0b42cf" /><Relationship Type="http://schemas.openxmlformats.org/officeDocument/2006/relationships/slide" Target="/ppt/slides/slide4.xml" Id="Reac2ddfeeaaa4833" /><Relationship Type="http://schemas.openxmlformats.org/officeDocument/2006/relationships/slide" Target="/ppt/slides/slide5.xml" Id="R4964e734e28d4c33" /><Relationship Type="http://schemas.openxmlformats.org/officeDocument/2006/relationships/slide" Target="/ppt/slides/slide6.xml" Id="R45a5dc7ca00f4f64" /><Relationship Type="http://schemas.openxmlformats.org/officeDocument/2006/relationships/slide" Target="/ppt/slides/slide7.xml" Id="Rf7abfb9091a14d31" /><Relationship Type="http://schemas.openxmlformats.org/officeDocument/2006/relationships/slide" Target="/ppt/slides/slide8.xml" Id="R52c6b855720e43fe" /><Relationship Type="http://schemas.openxmlformats.org/officeDocument/2006/relationships/slide" Target="/ppt/slides/slide9.xml" Id="R630da7e1caca4005" /><Relationship Type="http://schemas.openxmlformats.org/officeDocument/2006/relationships/slide" Target="/ppt/slides/slide10.xml" Id="Rbf9a0dc5d13b4437" /><Relationship Type="http://schemas.openxmlformats.org/officeDocument/2006/relationships/slide" Target="/ppt/slides/slide11.xml" Id="R1a5a46f1ca3b4de4" /><Relationship Type="http://schemas.openxmlformats.org/officeDocument/2006/relationships/slide" Target="/ppt/slides/slide12.xml" Id="Red6b3c5f07484f05" /><Relationship Type="http://schemas.openxmlformats.org/officeDocument/2006/relationships/slide" Target="/ppt/slides/slide13.xml" Id="R7e9f0b42422540fd" /><Relationship Type="http://schemas.openxmlformats.org/officeDocument/2006/relationships/slide" Target="/ppt/slides/slide14.xml" Id="Rc488258e45184241" /><Relationship Type="http://schemas.openxmlformats.org/officeDocument/2006/relationships/slide" Target="/ppt/slides/slide15.xml" Id="R2e935426f72148a8" /><Relationship Type="http://schemas.openxmlformats.org/officeDocument/2006/relationships/slide" Target="/ppt/slides/slide16.xml" Id="R47a9039b69024a1e" /><Relationship Type="http://schemas.openxmlformats.org/officeDocument/2006/relationships/slide" Target="/ppt/slides/slide17.xml" Id="R0c9fa426a98b418f" /><Relationship Type="http://schemas.openxmlformats.org/officeDocument/2006/relationships/slide" Target="/ppt/slides/slide18.xml" Id="Rc2d15108c9db4d11" /><Relationship Type="http://schemas.openxmlformats.org/officeDocument/2006/relationships/slide" Target="/ppt/slides/slide19.xml" Id="R4562ad1df3fa4de0" /><Relationship Type="http://schemas.openxmlformats.org/officeDocument/2006/relationships/slide" Target="/ppt/slides/slide20.xml" Id="R941602842a4449cb" /><Relationship Type="http://schemas.openxmlformats.org/officeDocument/2006/relationships/slide" Target="/ppt/slides/slide21.xml" Id="Rd46a74bc7afd41f3" /><Relationship Type="http://schemas.openxmlformats.org/officeDocument/2006/relationships/slide" Target="/ppt/slides/slide22.xml" Id="Rc9f57844ca8c4c22" /><Relationship Type="http://schemas.openxmlformats.org/officeDocument/2006/relationships/slide" Target="/ppt/slides/slide23.xml" Id="Rfa612a6f0bc04de1" /><Relationship Type="http://schemas.openxmlformats.org/officeDocument/2006/relationships/slide" Target="/ppt/slides/slide24.xml" Id="R6e28b925866b4bd1" /><Relationship Type="http://schemas.openxmlformats.org/officeDocument/2006/relationships/slide" Target="/ppt/slides/slide25.xml" Id="Redc9ac3245a14367" /><Relationship Type="http://schemas.openxmlformats.org/officeDocument/2006/relationships/slide" Target="/ppt/slides/slide26.xml" Id="R37718310d80e4219" /><Relationship Type="http://schemas.openxmlformats.org/officeDocument/2006/relationships/slide" Target="/ppt/slides/slide27.xml" Id="R9f14f11f4b164d2c" /><Relationship Type="http://schemas.openxmlformats.org/officeDocument/2006/relationships/slide" Target="/ppt/slides/slide28.xml" Id="R8887dc50d5e847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cf36ea844e4c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2ddc92de9a46d5" /><Relationship Type="http://schemas.openxmlformats.org/officeDocument/2006/relationships/notesMaster" Target="/ppt/notesMasters/notesMaster1.xml" Id="R9c11dc6f737542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d56cf24407480a" /><Relationship Type="http://schemas.openxmlformats.org/officeDocument/2006/relationships/notesMaster" Target="/ppt/notesMasters/notesMaster1.xml" Id="R2e4956fcde774f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cfeba8c30c412a" /><Relationship Type="http://schemas.openxmlformats.org/officeDocument/2006/relationships/notesMaster" Target="/ppt/notesMasters/notesMaster1.xml" Id="Rdf88dca5bb084f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c0382498cc4a72" /><Relationship Type="http://schemas.openxmlformats.org/officeDocument/2006/relationships/notesMaster" Target="/ppt/notesMasters/notesMaster1.xml" Id="Rb6d8e0d6ae2d4c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21b197389e4f1f" /><Relationship Type="http://schemas.openxmlformats.org/officeDocument/2006/relationships/notesMaster" Target="/ppt/notesMasters/notesMaster1.xml" Id="Re4d50b26070747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3a94a94d214ed1" /><Relationship Type="http://schemas.openxmlformats.org/officeDocument/2006/relationships/notesMaster" Target="/ppt/notesMasters/notesMaster1.xml" Id="R1ede33ac01594d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c404ae862e43cc" /><Relationship Type="http://schemas.openxmlformats.org/officeDocument/2006/relationships/notesMaster" Target="/ppt/notesMasters/notesMaster1.xml" Id="Rddf7614f019441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2aa3a716bd4e7f" /><Relationship Type="http://schemas.openxmlformats.org/officeDocument/2006/relationships/notesMaster" Target="/ppt/notesMasters/notesMaster1.xml" Id="R718eb513bb5c49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32a4b54e184f2a" /><Relationship Type="http://schemas.openxmlformats.org/officeDocument/2006/relationships/notesMaster" Target="/ppt/notesMasters/notesMaster1.xml" Id="R090f55c51cfd41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974f20d0514dc4" /><Relationship Type="http://schemas.openxmlformats.org/officeDocument/2006/relationships/notesMaster" Target="/ppt/notesMasters/notesMaster1.xml" Id="R30056b8abef643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7721b8ccee4719" /><Relationship Type="http://schemas.openxmlformats.org/officeDocument/2006/relationships/notesMaster" Target="/ppt/notesMasters/notesMaster1.xml" Id="R4975983e40c44e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9fc1abb8524246" /><Relationship Type="http://schemas.openxmlformats.org/officeDocument/2006/relationships/notesMaster" Target="/ppt/notesMasters/notesMaster1.xml" Id="Rbcd5e5a7686e45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accc2401cf406b" /><Relationship Type="http://schemas.openxmlformats.org/officeDocument/2006/relationships/notesMaster" Target="/ppt/notesMasters/notesMaster1.xml" Id="Rc65f420ece4c47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24dad8bc8f4e64" /><Relationship Type="http://schemas.openxmlformats.org/officeDocument/2006/relationships/notesMaster" Target="/ppt/notesMasters/notesMaster1.xml" Id="R56dd14729a164a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0861beb89946ec" /><Relationship Type="http://schemas.openxmlformats.org/officeDocument/2006/relationships/notesMaster" Target="/ppt/notesMasters/notesMaster1.xml" Id="Rc4882a99231a4b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a6fc58435d4cf0" /><Relationship Type="http://schemas.openxmlformats.org/officeDocument/2006/relationships/notesMaster" Target="/ppt/notesMasters/notesMaster1.xml" Id="Rb9b8d7deb7e948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ce9eabf1fb47cd" /><Relationship Type="http://schemas.openxmlformats.org/officeDocument/2006/relationships/notesMaster" Target="/ppt/notesMasters/notesMaster1.xml" Id="Rb740afc64aed49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fc55b49bb3400d" /><Relationship Type="http://schemas.openxmlformats.org/officeDocument/2006/relationships/notesMaster" Target="/ppt/notesMasters/notesMaster1.xml" Id="R115f851883ff4a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5ef9eb3af6146b4" /><Relationship Type="http://schemas.openxmlformats.org/officeDocument/2006/relationships/notesMaster" Target="/ppt/notesMasters/notesMaster1.xml" Id="R5d8b58a2998e4d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863c2f924254198" /><Relationship Type="http://schemas.openxmlformats.org/officeDocument/2006/relationships/notesMaster" Target="/ppt/notesMasters/notesMaster1.xml" Id="Rf1c3dc79a30a47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e33048dfe204934" /><Relationship Type="http://schemas.openxmlformats.org/officeDocument/2006/relationships/notesMaster" Target="/ppt/notesMasters/notesMaster1.xml" Id="R6f1562776ad4436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068ae598e5f42c9" /><Relationship Type="http://schemas.openxmlformats.org/officeDocument/2006/relationships/notesMaster" Target="/ppt/notesMasters/notesMaster1.xml" Id="Ra4ea0d0183b746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3de3c3e1394aa2" /><Relationship Type="http://schemas.openxmlformats.org/officeDocument/2006/relationships/notesMaster" Target="/ppt/notesMasters/notesMaster1.xml" Id="R95d97bcf9cbe49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16859b95d194a5d" /><Relationship Type="http://schemas.openxmlformats.org/officeDocument/2006/relationships/notesMaster" Target="/ppt/notesMasters/notesMaster1.xml" Id="Ree864b10e88442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1baf21566554386" /><Relationship Type="http://schemas.openxmlformats.org/officeDocument/2006/relationships/notesMaster" Target="/ppt/notesMasters/notesMaster1.xml" Id="R3d00c0b5b25e47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d0ad2503fb491f" /><Relationship Type="http://schemas.openxmlformats.org/officeDocument/2006/relationships/notesMaster" Target="/ppt/notesMasters/notesMaster1.xml" Id="R12f27f98a2b9471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bd92e3c3ceb4f20" /><Relationship Type="http://schemas.openxmlformats.org/officeDocument/2006/relationships/notesMaster" Target="/ppt/notesMasters/notesMaster1.xml" Id="R1bf5b27a6f7a46c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54510739fe84de5" /><Relationship Type="http://schemas.openxmlformats.org/officeDocument/2006/relationships/notesMaster" Target="/ppt/notesMasters/notesMaster1.xml" Id="R01515ff5871343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b88d97d2e49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2b31688c0648b4" /><Relationship Type="http://schemas.openxmlformats.org/officeDocument/2006/relationships/slideLayout" Target="/ppt/slideLayouts/slideLayout1.xml" Id="Rde2b0d8377a94a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2b0d8377a94a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f7aaa7eea41e7" /><Relationship Type="http://schemas.openxmlformats.org/officeDocument/2006/relationships/notesSlide" Target="/ppt/notesSlides/notesSlide1.xml" Id="Rcf5502b0d1cf4e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a5f5f673649ff" /><Relationship Type="http://schemas.openxmlformats.org/officeDocument/2006/relationships/notesSlide" Target="/ppt/notesSlides/notesSlide2.xml" Id="Rfe8fe605c9b04e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2075099f447e0" /><Relationship Type="http://schemas.openxmlformats.org/officeDocument/2006/relationships/notesSlide" Target="/ppt/notesSlides/notesSlide3.xml" Id="R25317a77066143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15485ee6b4acc" /><Relationship Type="http://schemas.openxmlformats.org/officeDocument/2006/relationships/image" Target="/ppt/media/image.png" Id="Rd8ea38d18baf446b" /><Relationship Type="http://schemas.openxmlformats.org/officeDocument/2006/relationships/notesSlide" Target="/ppt/notesSlides/notesSlide4.xml" Id="R511c69ef3bc348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5300a626a4ac0" /><Relationship Type="http://schemas.openxmlformats.org/officeDocument/2006/relationships/notesSlide" Target="/ppt/notesSlides/notesSlide5.xml" Id="R6923aaf5d89d49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36da9a81b4052" /><Relationship Type="http://schemas.openxmlformats.org/officeDocument/2006/relationships/notesSlide" Target="/ppt/notesSlides/notesSlide6.xml" Id="R1699fb6bbeb44a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d72a414e049ab" /><Relationship Type="http://schemas.openxmlformats.org/officeDocument/2006/relationships/image" Target="/ppt/media/image2.png" Id="R00efef84b5784e92" /><Relationship Type="http://schemas.openxmlformats.org/officeDocument/2006/relationships/notesSlide" Target="/ppt/notesSlides/notesSlide7.xml" Id="R3fd46446dd0444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9b98e4b3f4761" /><Relationship Type="http://schemas.openxmlformats.org/officeDocument/2006/relationships/image" Target="/ppt/media/image3.png" Id="Rda539d6eca0d41b3" /><Relationship Type="http://schemas.openxmlformats.org/officeDocument/2006/relationships/notesSlide" Target="/ppt/notesSlides/notesSlide8.xml" Id="R82d86386114241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32f777bd64ec3" /><Relationship Type="http://schemas.openxmlformats.org/officeDocument/2006/relationships/image" Target="/ppt/media/image4.png" Id="Ra57219f448a64389" /><Relationship Type="http://schemas.openxmlformats.org/officeDocument/2006/relationships/notesSlide" Target="/ppt/notesSlides/notesSlide9.xml" Id="Re21ec06a883d41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3538d6e92432a" /><Relationship Type="http://schemas.openxmlformats.org/officeDocument/2006/relationships/image" Target="/ppt/media/image5.png" Id="Rcedd4c21aee341b7" /><Relationship Type="http://schemas.openxmlformats.org/officeDocument/2006/relationships/notesSlide" Target="/ppt/notesSlides/notesSlide10.xml" Id="R0b1b8bceb7354f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fd546781448f2" /><Relationship Type="http://schemas.openxmlformats.org/officeDocument/2006/relationships/notesSlide" Target="/ppt/notesSlides/notesSlide11.xml" Id="R03fb5445094c45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20d0d002541a8" /><Relationship Type="http://schemas.openxmlformats.org/officeDocument/2006/relationships/image" Target="/ppt/media/image6.png" Id="R788fa37c96764674" /><Relationship Type="http://schemas.openxmlformats.org/officeDocument/2006/relationships/notesSlide" Target="/ppt/notesSlides/notesSlide12.xml" Id="R7a7e08f35ced49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00d55c0dc4b93" /><Relationship Type="http://schemas.openxmlformats.org/officeDocument/2006/relationships/image" Target="/ppt/media/image7.png" Id="R2769a0fd09dc4918" /><Relationship Type="http://schemas.openxmlformats.org/officeDocument/2006/relationships/notesSlide" Target="/ppt/notesSlides/notesSlide13.xml" Id="Rbc2627f7e98b47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9f317e4f44126" /><Relationship Type="http://schemas.openxmlformats.org/officeDocument/2006/relationships/image" Target="/ppt/media/image8.png" Id="Rf7dc7cf4ef984596" /><Relationship Type="http://schemas.openxmlformats.org/officeDocument/2006/relationships/notesSlide" Target="/ppt/notesSlides/notesSlide14.xml" Id="Rc76a3472ef3648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2cd34285e4aa6" /><Relationship Type="http://schemas.openxmlformats.org/officeDocument/2006/relationships/image" Target="/ppt/media/image9.png" Id="Rfc6e3fe989c14615" /><Relationship Type="http://schemas.openxmlformats.org/officeDocument/2006/relationships/notesSlide" Target="/ppt/notesSlides/notesSlide15.xml" Id="R9de623bdb8b14c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2be8533094f86" /><Relationship Type="http://schemas.openxmlformats.org/officeDocument/2006/relationships/image" Target="/ppt/media/image10.png" Id="R2a134ff5e7cc4df8" /><Relationship Type="http://schemas.openxmlformats.org/officeDocument/2006/relationships/notesSlide" Target="/ppt/notesSlides/notesSlide16.xml" Id="R833245de795548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7bb05ad3d4070" /><Relationship Type="http://schemas.openxmlformats.org/officeDocument/2006/relationships/image" Target="/ppt/media/image11.png" Id="Ra36a8c677a6f43e8" /><Relationship Type="http://schemas.openxmlformats.org/officeDocument/2006/relationships/notesSlide" Target="/ppt/notesSlides/notesSlide17.xml" Id="Rd8899640725b481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e7609996c40b0" /><Relationship Type="http://schemas.openxmlformats.org/officeDocument/2006/relationships/image" Target="/ppt/media/image12.png" Id="Rfb9850aaf4874ace" /><Relationship Type="http://schemas.openxmlformats.org/officeDocument/2006/relationships/notesSlide" Target="/ppt/notesSlides/notesSlide18.xml" Id="R8dff12f768ca49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03c37830a4120" /><Relationship Type="http://schemas.openxmlformats.org/officeDocument/2006/relationships/image" Target="/ppt/media/image13.png" Id="R4ac0017fabdb4689" /><Relationship Type="http://schemas.openxmlformats.org/officeDocument/2006/relationships/notesSlide" Target="/ppt/notesSlides/notesSlide19.xml" Id="R02415577cc724e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1dc2e7a214fc3" /><Relationship Type="http://schemas.openxmlformats.org/officeDocument/2006/relationships/image" Target="/ppt/media/image14.png" Id="R156deceda85a400a" /><Relationship Type="http://schemas.openxmlformats.org/officeDocument/2006/relationships/notesSlide" Target="/ppt/notesSlides/notesSlide20.xml" Id="R918c01e8f5c94e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dc2241ea942e9" /><Relationship Type="http://schemas.openxmlformats.org/officeDocument/2006/relationships/image" Target="/ppt/media/image15.png" Id="R40055a3dea954b2d" /><Relationship Type="http://schemas.openxmlformats.org/officeDocument/2006/relationships/notesSlide" Target="/ppt/notesSlides/notesSlide21.xml" Id="R7e8b12440f654b7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ca8520a104023" /><Relationship Type="http://schemas.openxmlformats.org/officeDocument/2006/relationships/image" Target="/ppt/media/image16.png" Id="R67e48a4442bd4358" /><Relationship Type="http://schemas.openxmlformats.org/officeDocument/2006/relationships/notesSlide" Target="/ppt/notesSlides/notesSlide22.xml" Id="R8b3fc350092e4a6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a8b77aa0d4f9f" /><Relationship Type="http://schemas.openxmlformats.org/officeDocument/2006/relationships/image" Target="/ppt/media/image17.png" Id="Rda67c7d5e6a24a8b" /><Relationship Type="http://schemas.openxmlformats.org/officeDocument/2006/relationships/notesSlide" Target="/ppt/notesSlides/notesSlide23.xml" Id="Rb8790a312d6744a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512fc0d554c90" /><Relationship Type="http://schemas.openxmlformats.org/officeDocument/2006/relationships/image" Target="/ppt/media/image18.png" Id="R0d6da6f75c4b4e0e" /><Relationship Type="http://schemas.openxmlformats.org/officeDocument/2006/relationships/notesSlide" Target="/ppt/notesSlides/notesSlide24.xml" Id="Rf7c38f822e4f447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7c580eb804d23" /><Relationship Type="http://schemas.openxmlformats.org/officeDocument/2006/relationships/notesSlide" Target="/ppt/notesSlides/notesSlide25.xml" Id="R6a131bd216d34a9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d9564acae4f57" /><Relationship Type="http://schemas.openxmlformats.org/officeDocument/2006/relationships/notesSlide" Target="/ppt/notesSlides/notesSlide26.xml" Id="R232c4fdfc8744e6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f7e0d3f064766" /><Relationship Type="http://schemas.openxmlformats.org/officeDocument/2006/relationships/notesSlide" Target="/ppt/notesSlides/notesSlide27.xml" Id="R5b3042c27a194e6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20bcdb73f4048" /><Relationship Type="http://schemas.openxmlformats.org/officeDocument/2006/relationships/notesSlide" Target="/ppt/notesSlides/notesSlide28.xml" Id="R0dc4cb7173e44e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A27FD-D1E1-4E46-8713-7502BA4C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SELF STUDY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EA831-67BB-4836-A61C-4048B90F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242B"/>
                </a:solidFill>
              </a:defRPr>
            </a:pPr>
            <a:r>
              <a:rPr sz="3600" b="1">
                <a:solidFill>
                  <a:srgbClr val="25242B"/>
                </a:solidFill>
              </a:rPr>
              <a:t>产品功能手册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2337C-9F4E-422F-80F5-3B26F536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F6C76"/>
                </a:solidFill>
              </a:defRPr>
            </a:pPr>
            <a:r>
              <a:rPr sz="1950" b="0">
                <a:solidFill>
                  <a:srgbClr val="6F6C76"/>
                </a:solidFill>
              </a:rPr>
              <a:t>行动 · 证据 · 复盘 · 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D493D-7ADC-4050-B9D8-BB37EE1D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63817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E7E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055A2-FB79-465C-9B31-C9036265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3243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Project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Session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Proof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Review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Next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F718D-84A8-4E35-9B8B-81750D16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9155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文档版本 1.3</a:t>
            </a:r>
          </a:p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最近核对 2026-08-09</a:t>
            </a:r>
          </a:p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commit d476f32</a:t>
            </a:r>
          </a:p>
        </p:txBody>
      </p:sp>
    </p:spTree>
    <p:extLst>
      <p:ext uri="{BB962C8B-B14F-4D97-AF65-F5344CB8AC3E}">
        <p14:creationId xmlns:p14="http://schemas.microsoft.com/office/powerpoint/2010/main" val="1004913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CDEC9-09D1-46D1-A8C6-CE3F49C8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READING GUIDE</a:t>
            </a:r>
          </a:p>
        </p:txBody>
      </p:sp>
      <p:sp>
        <p:nvSpPr>
          <p:cNvPr id="2" name="a4-title-2">
            <a:extLst xmlns:a="http://schemas.openxmlformats.org/drawingml/2006/main">
              <a:ext uri="{FF2B5EF4-FFF2-40B4-BE49-F238E27FC236}">
                <a16:creationId xmlns:a16="http://schemas.microsoft.com/office/drawing/2014/main" id="{2A41A970-99CA-4FBA-8E23-FFA529F2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如何阅读这份手册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F3C12-FDF2-43C5-894C-66092236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E4273-A557-4C17-9CD5-9A22FF30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E00E3-C0DC-4BAA-987D-2B9651E8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EB560-BECE-49C3-8D60-4998BAEA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584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42B"/>
                </a:solidFill>
              </a:defRPr>
            </a:pPr>
            <a:r>
              <a:rPr sz="1875" b="1">
                <a:solidFill>
                  <a:srgbClr val="25242B"/>
                </a:solidFill>
              </a:rPr>
              <a:t>先理解闭环，再按真实 Demo 顺序查看每个功能。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19ADC-DE25-4F7F-A691-973309DE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面向演示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8E2E0-DE75-48FC-8FB1-51DDACB3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第 3–24 页解释产品价值、流程与真实界面；第 25 页提供 5–10 分钟演示脚本。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E7CE5-B0CF-429D-BE87-88AAC9C4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面向维护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01791-3622-45B6-B54D-0C30D11D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第 26–28 页记录功能状态、已知限制与更新规则。产品事实以 docs/PRODUCT_GUIDE.md 为权威来源。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A5205-2E77-4888-B23C-5E19CB97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38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状态语言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2237A-C6C4-4A98-A48A-CCF4D34D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77100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已实现：代码与验证证据存在。部分实现：主流程存在但仍有关键缺口。已设计：只有规格或计划。</a:t>
            </a:r>
          </a:p>
        </p:txBody>
      </p:sp>
    </p:spTree>
    <p:extLst>
      <p:ext uri="{BB962C8B-B14F-4D97-AF65-F5344CB8AC3E}">
        <p14:creationId xmlns:p14="http://schemas.microsoft.com/office/powerpoint/2010/main" val="677192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934EE-5112-4FD9-91ED-F202B0E0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POSITIONING</a:t>
            </a:r>
          </a:p>
        </p:txBody>
      </p:sp>
      <p:sp>
        <p:nvSpPr>
          <p:cNvPr id="2" name="a4-title-3">
            <a:extLst xmlns:a="http://schemas.openxmlformats.org/drawingml/2006/main">
              <a:ext uri="{FF2B5EF4-FFF2-40B4-BE49-F238E27FC236}">
                <a16:creationId xmlns:a16="http://schemas.microsoft.com/office/drawing/2014/main" id="{AD8FEAAE-89ED-45C1-A080-562EC7FC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学习记录的目的，是决定下一步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0BC8D-3C54-4A5E-8B48-4FCCE722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313DD-217B-425D-98B9-2F1465F3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7570A-55FC-4EE6-8966-4A7AC4CF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5C706-0BC4-4941-9E5B-F81D1BE7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584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42B"/>
                </a:solidFill>
              </a:defRPr>
            </a:pPr>
            <a:r>
              <a:rPr sz="1875" b="1">
                <a:solidFill>
                  <a:srgbClr val="25242B"/>
                </a:solidFill>
              </a:rPr>
              <a:t>一个帮助个人学习者把行动、证据和复盘串成下一步决定的学习日志，并把同一份 Journal 连接到 iPhone 与 Web Workspace。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B4A78-58C9-428F-9FDD-7828E4A6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目标用户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15CBB-59AC-4639-BBB1-123E214F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同时推进多个自学项目、但不想被复杂知识管理系统拖慢的人。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28DA7-95CF-4951-97E6-16D8FDC5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用户问题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F1ECC-F7D2-4E97-A790-1248B2A3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学习过程容易留下零散记录，却很难回答这周做了什么、证据是什么、接下来该做什么，以及不同设备上的修改是否安全。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79AE4-9E14-43D7-B71D-93A2ACE0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294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产品承诺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F5445-6152-4162-BCE1-6FAE25F7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676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用低摩擦 Session 记录行动，用 Proof 保存证据，用 Learning Plan 与 Stage Review 做出明确决定，并让 Web/ iPhone 共用一份受保护的 Journal。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0C0E6-961D-4200-BB4E-1D219DED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154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7932"/>
                </a:solidFill>
              </a:defRPr>
            </a:pPr>
            <a:r>
              <a:rPr sz="1575" b="1">
                <a:solidFill>
                  <a:srgbClr val="C77932"/>
                </a:solidFill>
              </a:rPr>
              <a:t>产品边界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287C6-64EE-4ABF-BE07-D520658A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535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不是课程市场、社交社区、排行榜或自动替用户学习的 Agent；CloudKit 实时账户、真机与双设备收敛仍需 D1 外部验收。</a:t>
            </a:r>
          </a:p>
        </p:txBody>
      </p:sp>
    </p:spTree>
    <p:extLst>
      <p:ext uri="{BB962C8B-B14F-4D97-AF65-F5344CB8AC3E}">
        <p14:creationId xmlns:p14="http://schemas.microsoft.com/office/powerpoint/2010/main" val="538333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78BFB-011E-416D-A36A-C9FBE742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CORE LOOP</a:t>
            </a:r>
          </a:p>
        </p:txBody>
      </p:sp>
      <p:sp>
        <p:nvSpPr>
          <p:cNvPr id="2" name="a4-title-4">
            <a:extLst xmlns:a="http://schemas.openxmlformats.org/drawingml/2006/main">
              <a:ext uri="{FF2B5EF4-FFF2-40B4-BE49-F238E27FC236}">
                <a16:creationId xmlns:a16="http://schemas.microsoft.com/office/drawing/2014/main" id="{83AE0C04-6B7F-417D-B91A-1371543C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核心闭环从 Next Step 回到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C43E0-5779-4E4D-B6F4-8283E063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A75FD-DE78-4889-B3F0-ED1C850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19166-4303-4C49-8048-832AED84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457950" cy="78105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a38d18baf446b"/>
          <a:stretch xmlns:a="http://schemas.openxmlformats.org/drawingml/2006/main"/>
        </p:blipFill>
        <p:spPr>
          <a:xfrm xmlns:a="http://schemas.openxmlformats.org/drawingml/2006/main">
            <a:off x="781050" y="4823371"/>
            <a:ext cx="6000750" cy="7164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8B914-DB09-4AA3-BB89-E93820BB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Quick Log 与 Timer 都生成 Session；Proof 与 Review 再把记录转化为下一步决定。</a:t>
            </a:r>
          </a:p>
        </p:txBody>
      </p:sp>
    </p:spTree>
    <p:extLst>
      <p:ext uri="{BB962C8B-B14F-4D97-AF65-F5344CB8AC3E}">
        <p14:creationId xmlns:p14="http://schemas.microsoft.com/office/powerpoint/2010/main" val="460545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859F5-F661-4092-BD79-EE54D1B5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PRINCIPLES</a:t>
            </a:r>
          </a:p>
        </p:txBody>
      </p:sp>
      <p:sp>
        <p:nvSpPr>
          <p:cNvPr id="2" name="a4-title-5">
            <a:extLst xmlns:a="http://schemas.openxmlformats.org/drawingml/2006/main">
              <a:ext uri="{FF2B5EF4-FFF2-40B4-BE49-F238E27FC236}">
                <a16:creationId xmlns:a16="http://schemas.microsoft.com/office/drawing/2014/main" id="{549206B1-AA79-4603-A270-D006B3F3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六条原则控制产品复杂度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6168B-8B21-49A8-938B-AC83F0CA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16252-9A92-4C5C-8E02-9F97DB52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BE950-D375-4769-8F08-A3B004CA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9CF7D-2340-4A15-BD54-9BCDF7DD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584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42B"/>
                </a:solidFill>
              </a:defRPr>
            </a:pPr>
            <a:r>
              <a:rPr sz="1875" b="1">
                <a:solidFill>
                  <a:srgbClr val="25242B"/>
                </a:solidFill>
              </a:rPr>
              <a:t>记录越轻，复盘越可信；自动化越靠后，用户控制越清楚。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D3FDC-259D-4668-8427-CD5C9255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DE2DA-684D-4B31-88D6-FEE77971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手机优先；继续学习优先于整理；Quick Log 与 Timer 共享 Session 模型。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B8078-ACD7-4041-8EA7-0670322E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34A97-9245-42B5-9250-A30F38D7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Proof 比完成百分比更重要；附件必须解释“这证明了什么”。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C1C8C-C1E9-4DA8-B009-76A58229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247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5E0ED-EB5C-4D7D-B55B-C2FC73F8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628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日常记录与阶段判断分离；AI 不进入日常记录主流程。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B9784-CA84-4599-ADD8-4D1DC12F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106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25796-718A-4537-8046-0AF64BC3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488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本地优先，同时提供结构化记录与附件的完整导出。</a:t>
            </a:r>
          </a:p>
        </p:txBody>
      </p:sp>
    </p:spTree>
    <p:extLst>
      <p:ext uri="{BB962C8B-B14F-4D97-AF65-F5344CB8AC3E}">
        <p14:creationId xmlns:p14="http://schemas.microsoft.com/office/powerpoint/2010/main" val="76379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9AE03-2AC3-4436-9688-E3CA19F2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LANGUAGE</a:t>
            </a:r>
          </a:p>
        </p:txBody>
      </p:sp>
      <p:sp>
        <p:nvSpPr>
          <p:cNvPr id="2" name="a4-title-6">
            <a:extLst xmlns:a="http://schemas.openxmlformats.org/drawingml/2006/main">
              <a:ext uri="{FF2B5EF4-FFF2-40B4-BE49-F238E27FC236}">
                <a16:creationId xmlns:a16="http://schemas.microsoft.com/office/drawing/2014/main" id="{5C1A2032-5A25-4ED6-9094-CBAD81C6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六个概念各自承担一种责任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AC799-62E8-4E6F-A239-2161DD2C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8A37F-319A-4670-9A3E-F23439CB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4F670-C3B3-41EB-8387-13FF5129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A06E5-DA1E-4373-86A8-02E89311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584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42B"/>
                </a:solidFill>
              </a:defRPr>
            </a:pPr>
            <a:r>
              <a:rPr sz="1875" b="1">
                <a:solidFill>
                  <a:srgbClr val="25242B"/>
                </a:solidFill>
              </a:rPr>
              <a:t>稳定的产品语言让界面、数据和文档保持一致。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4C784-1171-4C51-AAB8-98EFA86B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88AD3-C41D-4F5C-8545-C6894DB8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一个持续学习目标及其当前生命周期状态；Archive 与 Permanent Deletion 分开。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37671-A3D4-4749-B4AD-F90DE84C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Next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2DFD0-02DF-4757-89E8-0D321FBC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下一次打开 iPhone 或 Web Workspace 时可以直接执行的具体动作。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8BDD7-8620-4776-B899-AC103AEC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B6676-45F1-4376-AC0E-B0044D03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818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一次已发生的学习行动，由 Quick Log、Timer 或 Guided Routine Player 生成。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B0EAE-0670-422C-B130-C9FACF35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867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7ACE6-D3B9-4F61-98B1-EE1584B8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248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带有“这证明了什么”说明的图片、录音、文件或链接；必要时可成为 Qualifying Proof。</a:t>
            </a:r>
          </a:p>
        </p:txBody>
      </p:sp>
    </p:spTree>
    <p:extLst>
      <p:ext uri="{BB962C8B-B14F-4D97-AF65-F5344CB8AC3E}">
        <p14:creationId xmlns:p14="http://schemas.microsoft.com/office/powerpoint/2010/main" val="157116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A1E10-9306-43B3-8FEB-8C67C248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INFORMATION ARCHITECTURE</a:t>
            </a:r>
          </a:p>
        </p:txBody>
      </p:sp>
      <p:sp>
        <p:nvSpPr>
          <p:cNvPr id="2" name="a4-title-7">
            <a:extLst xmlns:a="http://schemas.openxmlformats.org/drawingml/2006/main">
              <a:ext uri="{FF2B5EF4-FFF2-40B4-BE49-F238E27FC236}">
                <a16:creationId xmlns:a16="http://schemas.microsoft.com/office/drawing/2014/main" id="{EE672F9A-6A20-4623-92B8-B0437E03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四个 iPhone Tab 与 Web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BB662-820B-47AF-AECB-68945D80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B1156-8439-4E88-B6C2-B7AD8DD4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9319A-7FE9-4103-A9F1-4E97FD4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457950" cy="78105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fef84b5784e92"/>
          <a:stretch xmlns:a="http://schemas.openxmlformats.org/drawingml/2006/main"/>
        </p:blipFill>
        <p:spPr>
          <a:xfrm xmlns:a="http://schemas.openxmlformats.org/drawingml/2006/main">
            <a:off x="781050" y="4185960"/>
            <a:ext cx="6000750" cy="19912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E9457-2D75-440E-B617-2F056A75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Calendar 是第四个 iPhone Tab；Learning Plan、Cloud Sync 与 Web Sync &amp; Conflicts 从上下文进入。</a:t>
            </a:r>
          </a:p>
        </p:txBody>
      </p:sp>
    </p:spTree>
    <p:extLst>
      <p:ext uri="{BB962C8B-B14F-4D97-AF65-F5344CB8AC3E}">
        <p14:creationId xmlns:p14="http://schemas.microsoft.com/office/powerpoint/2010/main" val="15219890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A9A79-5152-4C76-8FCF-D5C0D20D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MODULES</a:t>
            </a:r>
          </a:p>
        </p:txBody>
      </p:sp>
      <p:sp>
        <p:nvSpPr>
          <p:cNvPr id="2" name="a4-title-8">
            <a:extLst xmlns:a="http://schemas.openxmlformats.org/drawingml/2006/main">
              <a:ext uri="{FF2B5EF4-FFF2-40B4-BE49-F238E27FC236}">
                <a16:creationId xmlns:a16="http://schemas.microsoft.com/office/drawing/2014/main" id="{1C793F5E-B533-4BE5-A9DC-2F4330B3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界面、业务规则与跨端存储边界清晰分层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D8C37-9988-4F32-99C4-69F17BB6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0B41F-A1D9-47D4-9048-724DE6A7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E4151-DFC0-4BF9-979A-C35A0EE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457950" cy="78105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39d6eca0d41b3"/>
          <a:stretch xmlns:a="http://schemas.openxmlformats.org/drawingml/2006/main"/>
        </p:blipFill>
        <p:spPr>
          <a:xfrm xmlns:a="http://schemas.openxmlformats.org/drawingml/2006/main">
            <a:off x="781050" y="4206142"/>
            <a:ext cx="6000750" cy="195091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06589-1B86-43F8-B155-C0114D2A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SwiftData/JSON Store、CloudKit private zone 与 Web recoverable draft storage 各自保持边界。</a:t>
            </a:r>
          </a:p>
        </p:txBody>
      </p:sp>
    </p:spTree>
    <p:extLst>
      <p:ext uri="{BB962C8B-B14F-4D97-AF65-F5344CB8AC3E}">
        <p14:creationId xmlns:p14="http://schemas.microsoft.com/office/powerpoint/2010/main" val="2089835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E3076-0BE9-4106-BEF3-D5AAD403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ONBOARDING</a:t>
            </a:r>
          </a:p>
        </p:txBody>
      </p:sp>
      <p:sp>
        <p:nvSpPr>
          <p:cNvPr id="2" name="a4-title-9">
            <a:extLst xmlns:a="http://schemas.openxmlformats.org/drawingml/2006/main">
              <a:ext uri="{FF2B5EF4-FFF2-40B4-BE49-F238E27FC236}">
                <a16:creationId xmlns:a16="http://schemas.microsoft.com/office/drawing/2014/main" id="{5ADF322B-2971-4DD1-9354-696EC239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首次设置以第一条真实 Session 收尾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954B3-3A51-41C8-9585-290EE27A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F3C74-2ED5-40F9-8C7A-ED8348BE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6767A-0682-4208-8821-E2733431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457950" cy="78105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219f448a64389"/>
          <a:stretch xmlns:a="http://schemas.openxmlformats.org/drawingml/2006/main"/>
        </p:blipFill>
        <p:spPr>
          <a:xfrm xmlns:a="http://schemas.openxmlformats.org/drawingml/2006/main">
            <a:off x="2451738" y="1847850"/>
            <a:ext cx="2659375" cy="666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55886-F5FC-41C9-8FCD-11B13EB7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名称、Goal、Next Step 必填；Area 可选；创建 1–3 个 Project 后完成首条 Quick Log。</a:t>
            </a:r>
          </a:p>
        </p:txBody>
      </p:sp>
    </p:spTree>
    <p:extLst>
      <p:ext uri="{BB962C8B-B14F-4D97-AF65-F5344CB8AC3E}">
        <p14:creationId xmlns:p14="http://schemas.microsoft.com/office/powerpoint/2010/main" val="1710354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879E6-F163-4650-9A81-C2559915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DEMO · TODAY</a:t>
            </a:r>
          </a:p>
        </p:txBody>
      </p:sp>
      <p:sp>
        <p:nvSpPr>
          <p:cNvPr id="2" name="a4-title-10">
            <a:extLst xmlns:a="http://schemas.openxmlformats.org/drawingml/2006/main">
              <a:ext uri="{FF2B5EF4-FFF2-40B4-BE49-F238E27FC236}">
                <a16:creationId xmlns:a16="http://schemas.microsoft.com/office/drawing/2014/main" id="{CEC33479-A97F-4596-96EF-017685C1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Today 把可执行的 Next Step 放在首页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82435-7773-44EF-83F9-0DC72802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BAB58-4276-4783-8C09-5857E18E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BC2BF-077B-4BB2-81CD-72F45D9C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971800" cy="781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d4c21aee341b7"/>
          <a:stretch xmlns:a="http://schemas.openxmlformats.org/drawingml/2006/main"/>
        </p:blipFill>
        <p:spPr>
          <a:xfrm xmlns:a="http://schemas.openxmlformats.org/drawingml/2006/main">
            <a:off x="762000" y="2730500"/>
            <a:ext cx="2552700" cy="5549900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F7D47-B09F-476D-9193-2C0CE1A7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07120-6F31-4B46-99BF-D72901AE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打开 App 后，用户先看到“下一步做什么”。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F473D-3E06-4AE8-B0AC-12D85ECC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66687-E2CF-467D-A4F7-CF225543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仅 active 且有 Next Step 的 Project 出现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71D17-83D2-4C5F-AA07-FEB51D8A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78E77-E493-42DD-A25E-EC4B862A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最近 Session 与 Proof 提供上下文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1889E-0802-4F93-8766-D75E34C0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362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076B1-BE8F-4F95-ADB1-6EEE8F8B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286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Start 进入 Timer，Quick Log 用于补记</a:t>
            </a:r>
          </a:p>
        </p:txBody>
      </p:sp>
    </p:spTree>
    <p:extLst>
      <p:ext uri="{BB962C8B-B14F-4D97-AF65-F5344CB8AC3E}">
        <p14:creationId xmlns:p14="http://schemas.microsoft.com/office/powerpoint/2010/main" val="19568409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07D4C-92F6-4F27-AAB1-E01D5878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PROJECTS</a:t>
            </a:r>
          </a:p>
        </p:txBody>
      </p:sp>
      <p:sp>
        <p:nvSpPr>
          <p:cNvPr id="2" name="a4-title-11">
            <a:extLst xmlns:a="http://schemas.openxmlformats.org/drawingml/2006/main">
              <a:ext uri="{FF2B5EF4-FFF2-40B4-BE49-F238E27FC236}">
                <a16:creationId xmlns:a16="http://schemas.microsoft.com/office/drawing/2014/main" id="{25F08997-7496-4ED9-808D-6F29C61C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Project 管理目标、节奏与状态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EEC7E-D8A8-43E4-9A27-3C629E6A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5B7CD-0749-46F9-B520-93ABAD15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3FD84-34E0-4F8D-9D7B-F63BAAFE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BEBE0-DC50-4A3B-80C9-3C088D3D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584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42B"/>
                </a:solidFill>
              </a:defRPr>
            </a:pPr>
            <a:r>
              <a:rPr sz="1875" b="1">
                <a:solidFill>
                  <a:srgbClr val="25242B"/>
                </a:solidFill>
              </a:rPr>
              <a:t>Project 不是文件夹，而是一个持续学习目标的当前状态。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C8B16-7193-44F6-A774-F9D85D13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39F77-199D-4AD0-AA0F-0FDFA5EE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Project、Area、Goal、Next Step；名称、Goal、Next Step 必填。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A806B-5D5F-46D6-AE35-F6A6DB4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7230A-DD89-4C62-93BF-69BC2D9C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Idea、Active、Paused、Completed、Abandoned；Archive 与 Permanent Deletion 分离，旧值迁移需要显式选择。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416B0-F6FC-463C-81FF-E6113E47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342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详情页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BB086-E462-4FD9-8AD9-27F8C7F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723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集中提供 Start、Quick Log、Add Proof、Sessions、Proofs、Reviews 与 Learning Trail。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6B5B7-AAAA-4424-8BFA-D5073C4B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20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Trail 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E4818-48FF-416D-8F30-5C578527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状态和 Next Step 的变化会形成可回看的 Trail 事件。</a:t>
            </a:r>
          </a:p>
        </p:txBody>
      </p:sp>
    </p:spTree>
    <p:extLst>
      <p:ext uri="{BB962C8B-B14F-4D97-AF65-F5344CB8AC3E}">
        <p14:creationId xmlns:p14="http://schemas.microsoft.com/office/powerpoint/2010/main" val="15901549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21B05-782C-413B-99F3-D92D3348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DEMO · QUICK LOG</a:t>
            </a:r>
          </a:p>
        </p:txBody>
      </p:sp>
      <p:sp>
        <p:nvSpPr>
          <p:cNvPr id="2" name="a4-title-12">
            <a:extLst xmlns:a="http://schemas.openxmlformats.org/drawingml/2006/main">
              <a:ext uri="{FF2B5EF4-FFF2-40B4-BE49-F238E27FC236}">
                <a16:creationId xmlns:a16="http://schemas.microsoft.com/office/drawing/2014/main" id="{C6F67C3A-0451-4F1B-B92D-FD334A63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Quick Log 在 30 秒内补记一次学习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2E3DA-0C14-4925-83AA-A86312EA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29EE1-7F09-43C5-B3A1-5F2FFEDC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2E4FD-08D6-43E9-91E6-DC9BF38A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971800" cy="781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fa37c96764674"/>
          <a:stretch xmlns:a="http://schemas.openxmlformats.org/drawingml/2006/main"/>
        </p:blipFill>
        <p:spPr>
          <a:xfrm xmlns:a="http://schemas.openxmlformats.org/drawingml/2006/main">
            <a:off x="762000" y="2730500"/>
            <a:ext cx="2552700" cy="5549900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C8AB6-A55D-443D-9A23-4065BE1D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FDD7A-D2E9-4354-BE13-83C05D38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补记与现场计时进入同一种 Session。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352A5-33F4-48BA-A6F5-19DF449F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B3ADE-4AC1-405F-8A8F-FA21942B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选择 Action Type 和预设/自定义时长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8EF34-27BC-4B3C-A5BA-09AF3067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8AADA-C8B0-4F55-8A0C-04E6C33F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填写一句学习内容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033AA-550E-4B65-BFE4-EB36F762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362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84EBA-E0A9-43E8-9D84-4FCD5837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286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可同时更新新的 Next Step</a:t>
            </a:r>
          </a:p>
        </p:txBody>
      </p:sp>
    </p:spTree>
    <p:extLst>
      <p:ext uri="{BB962C8B-B14F-4D97-AF65-F5344CB8AC3E}">
        <p14:creationId xmlns:p14="http://schemas.microsoft.com/office/powerpoint/2010/main" val="8473265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ED11E-14C0-4265-86D8-095A1D1C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DEMO · TIMER</a:t>
            </a:r>
          </a:p>
        </p:txBody>
      </p:sp>
      <p:sp>
        <p:nvSpPr>
          <p:cNvPr id="2" name="a4-title-13">
            <a:extLst xmlns:a="http://schemas.openxmlformats.org/drawingml/2006/main">
              <a:ext uri="{FF2B5EF4-FFF2-40B4-BE49-F238E27FC236}">
                <a16:creationId xmlns:a16="http://schemas.microsoft.com/office/drawing/2014/main" id="{F2A5B816-0029-4E8B-955F-F8E3E9D0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Timer 只累计活动时间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06D56-7E87-4249-BBE2-3BEBDD57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EF3AD-1A78-4F16-BE5D-BC3BE478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B239B-7FDB-4A42-A6D0-9027945E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971800" cy="781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9a0fd09dc4918"/>
          <a:stretch xmlns:a="http://schemas.openxmlformats.org/drawingml/2006/main"/>
        </p:blipFill>
        <p:spPr>
          <a:xfrm xmlns:a="http://schemas.openxmlformats.org/drawingml/2006/main">
            <a:off x="762000" y="2730500"/>
            <a:ext cx="2552700" cy="5549900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2B68B-784D-48AA-9834-57FABA77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11FB6-960D-49FE-9F2E-B85B8413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Pause 不计时，Discard 不保存。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B7496-6CCC-4C4D-B705-75F92DF2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B3060-3903-4CAE-BEA0-04C3ECC1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Running 与 Paused 状态明确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30E2F-B230-4F45-BD88-4699887A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2FB2C-EE5E-469D-A310-F2874E6C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End 后补充内容与 Next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45A8F-1A04-411A-8D30-B3C12E4A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362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8F3C8-C95D-49BA-8B61-917662BC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286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保存结果与 Quick Log 完全一致</a:t>
            </a:r>
          </a:p>
        </p:txBody>
      </p:sp>
    </p:spTree>
    <p:extLst>
      <p:ext uri="{BB962C8B-B14F-4D97-AF65-F5344CB8AC3E}">
        <p14:creationId xmlns:p14="http://schemas.microsoft.com/office/powerpoint/2010/main" val="12221865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11424-EC89-4CC5-BFAE-9580068C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DEMO · SESSION</a:t>
            </a:r>
          </a:p>
        </p:txBody>
      </p:sp>
      <p:sp>
        <p:nvSpPr>
          <p:cNvPr id="2" name="a4-title-14">
            <a:extLst xmlns:a="http://schemas.openxmlformats.org/drawingml/2006/main">
              <a:ext uri="{FF2B5EF4-FFF2-40B4-BE49-F238E27FC236}">
                <a16:creationId xmlns:a16="http://schemas.microsoft.com/office/drawing/2014/main" id="{F1EDB8DA-1F04-4F3A-BCD4-CE5DCAFF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Session 同时保留行动与 Next Step 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41655-F448-4153-B0DD-2B18F29E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E5975-8EAC-4543-89BB-B3A4C225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02B67-E308-4103-9D94-CBB38AAC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971800" cy="781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c7cf4ef984596"/>
          <a:stretch xmlns:a="http://schemas.openxmlformats.org/drawingml/2006/main"/>
        </p:blipFill>
        <p:spPr>
          <a:xfrm xmlns:a="http://schemas.openxmlformats.org/drawingml/2006/main">
            <a:off x="762000" y="2730500"/>
            <a:ext cx="2552700" cy="5549900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D8AE7-5C16-44E0-A888-59F0C2F0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0D2BE-617E-4C39-881C-5ED79371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一条 Session 说明做了什么，也说明项目接下来怎么走。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6FEF8-DA2E-4431-A492-4ADCBE1D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1E7F5-D344-476D-850E-ECF82443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Action 与 Duration 是事实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C3D91-B2EB-4A56-945B-842DE1C7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A3606-6661-4D12-9CC5-B1A30587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Before / After 记录 Next Step 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C35F3-8F50-4DCC-A4A7-113888EA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362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4330D-677B-4EC8-8CBC-5F6899CE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286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可以从 Session 继续添加 Proof</a:t>
            </a:r>
          </a:p>
        </p:txBody>
      </p:sp>
    </p:spTree>
    <p:extLst>
      <p:ext uri="{BB962C8B-B14F-4D97-AF65-F5344CB8AC3E}">
        <p14:creationId xmlns:p14="http://schemas.microsoft.com/office/powerpoint/2010/main" val="7023343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0751D-7D71-433A-B6CD-42F79022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PROOF</a:t>
            </a:r>
          </a:p>
        </p:txBody>
      </p:sp>
      <p:sp>
        <p:nvSpPr>
          <p:cNvPr id="2" name="a4-title-15">
            <a:extLst xmlns:a="http://schemas.openxmlformats.org/drawingml/2006/main">
              <a:ext uri="{FF2B5EF4-FFF2-40B4-BE49-F238E27FC236}">
                <a16:creationId xmlns:a16="http://schemas.microsoft.com/office/drawing/2014/main" id="{7936CBDF-7E7B-450F-A69E-436CE8E9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Proof 把附件变成可以解释的学习证据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6A271-A88D-4DDA-A5E5-E6F6590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DDD25-0CA0-4578-A995-355AB48F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5A0F4-9F2D-4B2E-BDD7-82EC12F6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457950" cy="78105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e3fe989c14615"/>
          <a:stretch xmlns:a="http://schemas.openxmlformats.org/drawingml/2006/main"/>
        </p:blipFill>
        <p:spPr>
          <a:xfrm xmlns:a="http://schemas.openxmlformats.org/drawingml/2006/main">
            <a:off x="2546641" y="1847850"/>
            <a:ext cx="2469568" cy="666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CA6D9-423E-4EB5-811F-3FAD3A0B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图片、录音、文件和链接都必须补充 statement；证据可关联 Session 或仅关联 Project。</a:t>
            </a:r>
          </a:p>
        </p:txBody>
      </p:sp>
    </p:spTree>
    <p:extLst>
      <p:ext uri="{BB962C8B-B14F-4D97-AF65-F5344CB8AC3E}">
        <p14:creationId xmlns:p14="http://schemas.microsoft.com/office/powerpoint/2010/main" val="12553733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FED43-246D-4B16-9981-CDA391D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DEMO · PROOF</a:t>
            </a:r>
          </a:p>
        </p:txBody>
      </p:sp>
      <p:sp>
        <p:nvSpPr>
          <p:cNvPr id="2" name="a4-title-16">
            <a:extLst xmlns:a="http://schemas.openxmlformats.org/drawingml/2006/main">
              <a:ext uri="{FF2B5EF4-FFF2-40B4-BE49-F238E27FC236}">
                <a16:creationId xmlns:a16="http://schemas.microsoft.com/office/drawing/2014/main" id="{3AD6A777-F1BE-4E2F-9302-B61987C2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Add Proof 明确区分类型、说明和附件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02F76-8521-4EF9-9EA7-A983101C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9CC41-1BDF-49E4-B978-099C5B98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CA0FD-D5E9-4DF1-9971-0E6AED8B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971800" cy="781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34ff5e7cc4df8"/>
          <a:stretch xmlns:a="http://schemas.openxmlformats.org/drawingml/2006/main"/>
        </p:blipFill>
        <p:spPr>
          <a:xfrm xmlns:a="http://schemas.openxmlformats.org/drawingml/2006/main">
            <a:off x="762000" y="2730500"/>
            <a:ext cx="2552700" cy="5549900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750D7-A89F-4553-94E7-40CE146E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32C31-C6C7-4B49-A5E3-5ED2EF25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“What does this prove?” 是必填项。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FFF99-DDF1-4462-A32F-09595BEC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0FE58-F0F6-4EF4-BDD4-89D99EE0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图片：相机或照片库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0F96F-6F4A-4C30-8C7D-19C2F4FB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3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3FAC1-D1DB-4C30-A5F7-F41EDA59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577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音频：本地录音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6EA0A-0875-4117-9E99-69AA906B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791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F9F0F-C32B-44D1-9A6F-689F08B9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7150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文件：系统文件选择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41993-CED5-4E55-917A-A4000C1F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648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2171E-4D4C-4C89-951C-D6A306BE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5722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链接：无权限时的稳定备用路径</a:t>
            </a:r>
          </a:p>
        </p:txBody>
      </p:sp>
    </p:spTree>
    <p:extLst>
      <p:ext uri="{BB962C8B-B14F-4D97-AF65-F5344CB8AC3E}">
        <p14:creationId xmlns:p14="http://schemas.microsoft.com/office/powerpoint/2010/main" val="6395828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E0E07-9B81-4218-AF03-6313846C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DEMO · PROOF DETAIL</a:t>
            </a:r>
          </a:p>
        </p:txBody>
      </p:sp>
      <p:sp>
        <p:nvSpPr>
          <p:cNvPr id="2" name="a4-title-17">
            <a:extLst xmlns:a="http://schemas.openxmlformats.org/drawingml/2006/main">
              <a:ext uri="{FF2B5EF4-FFF2-40B4-BE49-F238E27FC236}">
                <a16:creationId xmlns:a16="http://schemas.microsoft.com/office/drawing/2014/main" id="{922A9F30-FFC9-4689-A1DD-D3A295EE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Proof Detail 保留证据的上下文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C6466-FF12-4B84-9D4C-0115ABFD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2471E-F9CB-438B-885F-C12C3081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FD372-61AA-4B22-A352-CCE79530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971800" cy="781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a8c677a6f43e8"/>
          <a:stretch xmlns:a="http://schemas.openxmlformats.org/drawingml/2006/main"/>
        </p:blipFill>
        <p:spPr>
          <a:xfrm xmlns:a="http://schemas.openxmlformats.org/drawingml/2006/main">
            <a:off x="762000" y="2730500"/>
            <a:ext cx="2552700" cy="5549900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2106B-3F2A-4B76-8DDE-E83A8457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CEAE4-DD21-4354-9217-DDD0B033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回看时既能看到内容，也能知道它来自哪个 Project 与 Session。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9C74F-557B-41BE-A9CD-7A421D5A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AFAF4-F6A7-4AF6-A99B-27079BF7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图片、音频、文件、链接使用不同预览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BFC99-640C-415F-A1BB-951BB39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EF618-6F6B-4E4B-9745-14F06DD7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statement 解释证据意义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C9B08-F65E-48B2-8727-57613DF9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362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8A61A-F42D-430D-BB13-D57262A4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286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附件缺失时显示不可用状态</a:t>
            </a:r>
          </a:p>
        </p:txBody>
      </p:sp>
    </p:spTree>
    <p:extLst>
      <p:ext uri="{BB962C8B-B14F-4D97-AF65-F5344CB8AC3E}">
        <p14:creationId xmlns:p14="http://schemas.microsoft.com/office/powerpoint/2010/main" val="8657304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0D6DA-3529-464E-ADC5-CFA36506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DEMO · PROJECT DETAIL</a:t>
            </a:r>
          </a:p>
        </p:txBody>
      </p:sp>
      <p:sp>
        <p:nvSpPr>
          <p:cNvPr id="2" name="a4-title-18">
            <a:extLst xmlns:a="http://schemas.openxmlformats.org/drawingml/2006/main">
              <a:ext uri="{FF2B5EF4-FFF2-40B4-BE49-F238E27FC236}">
                <a16:creationId xmlns:a16="http://schemas.microsoft.com/office/drawing/2014/main" id="{C7A8CF52-9231-4362-B591-645B3F34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Project Detail 是 Trail 的项目上下文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63F40-1CAF-4516-87FF-DC619C05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FE71A-B1D4-4D4E-8A77-57A2C6D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FB06D-F5CC-4905-A449-7614F7F4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971800" cy="781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850aaf4874ace"/>
          <a:stretch xmlns:a="http://schemas.openxmlformats.org/drawingml/2006/main"/>
        </p:blipFill>
        <p:spPr>
          <a:xfrm xmlns:a="http://schemas.openxmlformats.org/drawingml/2006/main">
            <a:off x="762000" y="2730500"/>
            <a:ext cx="2552700" cy="5549900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40D64-A73D-432A-B2E3-E1C17690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0574E-6749-46CB-A337-AD6C6DA5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行为、证据、状态与 Review 都回到同一个 Project。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D1B3B-A427-4B8C-8415-C8741187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C5BB8-E1AC-4560-B6C1-91477A58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Goal 与 Next Step 说明方向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41E7E-C709-4332-9DE4-AB031FE3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C3C57-CA3A-4837-ABD7-BF59CE3D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Actions 连接 Timer、Quick Log、Proof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7EB18-29EA-4549-A301-C361C507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362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D1600-508C-4115-B05B-244E81DC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286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Sessions、Proofs、Reviews 与 Trail 在同页延伸</a:t>
            </a:r>
          </a:p>
        </p:txBody>
      </p:sp>
    </p:spTree>
    <p:extLst>
      <p:ext uri="{BB962C8B-B14F-4D97-AF65-F5344CB8AC3E}">
        <p14:creationId xmlns:p14="http://schemas.microsoft.com/office/powerpoint/2010/main" val="776138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2CB6D-921D-428E-8D71-D519C78A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REVIEW</a:t>
            </a:r>
          </a:p>
        </p:txBody>
      </p:sp>
      <p:sp>
        <p:nvSpPr>
          <p:cNvPr id="2" name="a4-title-19">
            <a:extLst xmlns:a="http://schemas.openxmlformats.org/drawingml/2006/main">
              <a:ext uri="{FF2B5EF4-FFF2-40B4-BE49-F238E27FC236}">
                <a16:creationId xmlns:a16="http://schemas.microsoft.com/office/drawing/2014/main" id="{8844156B-FFC9-4326-BC88-66D7F551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Review 保存判断，但不自动应用建议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C9AE2-D08F-4C74-BB2A-EDA9697D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3150F-3EE1-423C-81F6-D0A7D6D1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B8B2C-3CD5-4B9D-B191-A40339C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457950" cy="78105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0017fabdb4689"/>
          <a:stretch xmlns:a="http://schemas.openxmlformats.org/drawingml/2006/main"/>
        </p:blipFill>
        <p:spPr>
          <a:xfrm xmlns:a="http://schemas.openxmlformats.org/drawingml/2006/main">
            <a:off x="2638262" y="1847850"/>
            <a:ext cx="2286327" cy="666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E34C4-ABD6-4CD5-BDEF-0E97BBB2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Facts、Patterns、Decisions 和 Next Steps 都可编辑；状态与 Next Step 必须分别显式应用。</a:t>
            </a:r>
          </a:p>
        </p:txBody>
      </p:sp>
    </p:spTree>
    <p:extLst>
      <p:ext uri="{BB962C8B-B14F-4D97-AF65-F5344CB8AC3E}">
        <p14:creationId xmlns:p14="http://schemas.microsoft.com/office/powerpoint/2010/main" val="12802078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5E205-C18F-4BA6-AE54-AC88A360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DEMO · REVIEW</a:t>
            </a:r>
          </a:p>
        </p:txBody>
      </p:sp>
      <p:sp>
        <p:nvSpPr>
          <p:cNvPr id="2" name="a4-title-20">
            <a:extLst xmlns:a="http://schemas.openxmlformats.org/drawingml/2006/main">
              <a:ext uri="{FF2B5EF4-FFF2-40B4-BE49-F238E27FC236}">
                <a16:creationId xmlns:a16="http://schemas.microsoft.com/office/drawing/2014/main" id="{7B7C1138-7A1E-48DF-9550-3152C21D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来源引用让 Review 可以被追溯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C2141-EB6B-48A3-BB3D-F42FD71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F0439-6A9C-46CC-96A8-ADE0621C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5F589-92D4-497A-B28B-DB637A06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971800" cy="781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deceda85a400a"/>
          <a:stretch xmlns:a="http://schemas.openxmlformats.org/drawingml/2006/main"/>
        </p:blipFill>
        <p:spPr>
          <a:xfrm xmlns:a="http://schemas.openxmlformats.org/drawingml/2006/main">
            <a:off x="762000" y="2730500"/>
            <a:ext cx="2552700" cy="5549900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69134-B448-4F9B-842B-42830CF9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FF6D3-A5DF-4D29-8CE6-B7658222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复盘不是黑盒总结，而是带来源的阶段判断。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127AB-0820-4D0A-B0B3-EFBABE90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20AA4-61B8-46D4-AB4A-693623A1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Facts、Patterns、Decisions 可继续编辑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0867C-AAC8-4312-B61E-F50DCBFE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2612A-FBC1-434D-BC8D-7B4874EB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来源显示具体 Session 或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863F5-F042-4B1C-A51D-44BB3962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362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E92EC-253E-4D43-97A0-06F611AF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286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Save 与 Apply Status / Next Step 分离</a:t>
            </a:r>
          </a:p>
        </p:txBody>
      </p:sp>
    </p:spTree>
    <p:extLst>
      <p:ext uri="{BB962C8B-B14F-4D97-AF65-F5344CB8AC3E}">
        <p14:creationId xmlns:p14="http://schemas.microsoft.com/office/powerpoint/2010/main" val="7870540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29DE1-59F3-4E40-BD6B-C083BBC6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AI FALLBACK</a:t>
            </a:r>
          </a:p>
        </p:txBody>
      </p:sp>
      <p:sp>
        <p:nvSpPr>
          <p:cNvPr id="2" name="a4-title-21">
            <a:extLst xmlns:a="http://schemas.openxmlformats.org/drawingml/2006/main">
              <a:ext uri="{FF2B5EF4-FFF2-40B4-BE49-F238E27FC236}">
                <a16:creationId xmlns:a16="http://schemas.microsoft.com/office/drawing/2014/main" id="{F9196C2A-0ED8-4B77-ADFD-3F470E8D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AI 失败不会阻断 Weekly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D002C-1219-48E5-803D-61AEB9DD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F1259-9828-43A5-9D6F-3936A13F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6BC90-36D7-46F3-A9CE-BC3A06AB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457950" cy="78105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55a3dea954b2d"/>
          <a:stretch xmlns:a="http://schemas.openxmlformats.org/drawingml/2006/main"/>
        </p:blipFill>
        <p:spPr>
          <a:xfrm xmlns:a="http://schemas.openxmlformats.org/drawingml/2006/main">
            <a:off x="2661707" y="1847850"/>
            <a:ext cx="2239436" cy="666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9BBEE-5A22-4763-972B-D2890C24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未配置、请求失败或响应不可解析时使用本地证据规则；输出仍可编辑、保存和应用。</a:t>
            </a:r>
          </a:p>
        </p:txBody>
      </p:sp>
    </p:spTree>
    <p:extLst>
      <p:ext uri="{BB962C8B-B14F-4D97-AF65-F5344CB8AC3E}">
        <p14:creationId xmlns:p14="http://schemas.microsoft.com/office/powerpoint/2010/main" val="3305999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087E1-FAC6-45D5-B436-DCCA9791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DEMO · LIBRARY</a:t>
            </a:r>
          </a:p>
        </p:txBody>
      </p:sp>
      <p:sp>
        <p:nvSpPr>
          <p:cNvPr id="2" name="a4-title-22">
            <a:extLst xmlns:a="http://schemas.openxmlformats.org/drawingml/2006/main">
              <a:ext uri="{FF2B5EF4-FFF2-40B4-BE49-F238E27FC236}">
                <a16:creationId xmlns:a16="http://schemas.microsoft.com/office/drawing/2014/main" id="{FAD92283-F078-442A-8971-AA230F4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Library 从证据角度回看所有项目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95CEF-EE0D-4CFF-8D50-47E0B10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22E03-7713-4CD4-81F5-C0232967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AEB07-FDBE-46F2-BFEE-31456825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971800" cy="781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48a4442bd4358"/>
          <a:stretch xmlns:a="http://schemas.openxmlformats.org/drawingml/2006/main"/>
        </p:blipFill>
        <p:spPr>
          <a:xfrm xmlns:a="http://schemas.openxmlformats.org/drawingml/2006/main">
            <a:off x="762000" y="2730500"/>
            <a:ext cx="2552700" cy="5549900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CF97F-E3B5-422E-B77F-D4633373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9442F-C3AC-49CE-B648-B76BBC9A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同一批 Proof 可以按 Time、Project 或 Type 重组。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74016-90E1-4B9E-BC10-1C567E90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E3DDD-BD0E-44C1-A9F0-2B9D0092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每条显示 Project、Session、时间与附件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8CF34-057E-486B-B600-5A0C3174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82FBC-85E7-4D4D-9D58-BBCD48AA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可从 Library 选择 Project 新增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ED94F-F629-4B8E-B1D9-A7A96342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362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5A2B3-86FA-4A67-B40E-C6CAC3C4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2865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v0.1 尚无全文搜索</a:t>
            </a:r>
          </a:p>
        </p:txBody>
      </p:sp>
    </p:spTree>
    <p:extLst>
      <p:ext uri="{BB962C8B-B14F-4D97-AF65-F5344CB8AC3E}">
        <p14:creationId xmlns:p14="http://schemas.microsoft.com/office/powerpoint/2010/main" val="14968375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33C72-403E-4AF7-9C1C-29C3EA51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EXPORT</a:t>
            </a:r>
          </a:p>
        </p:txBody>
      </p:sp>
      <p:sp>
        <p:nvSpPr>
          <p:cNvPr id="2" name="a4-title-23">
            <a:extLst xmlns:a="http://schemas.openxmlformats.org/drawingml/2006/main">
              <a:ext uri="{FF2B5EF4-FFF2-40B4-BE49-F238E27FC236}">
                <a16:creationId xmlns:a16="http://schemas.microsoft.com/office/drawing/2014/main" id="{938E881D-63D9-4F62-A55A-CA23BC32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一次 Export 生成完整本地 Bundle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36D97-43D9-49A2-BFAC-A1EEA298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2CB40-32F0-4D4A-A188-897DA4F4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C5C29-F1D0-4A9F-BE52-2D37CBD0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457950" cy="78105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7c7d5e6a24a8b"/>
          <a:stretch xmlns:a="http://schemas.openxmlformats.org/drawingml/2006/main"/>
        </p:blipFill>
        <p:spPr>
          <a:xfrm xmlns:a="http://schemas.openxmlformats.org/drawingml/2006/main">
            <a:off x="1074259" y="1847850"/>
            <a:ext cx="5414331" cy="666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92D83-958E-41DB-8CB8-3CF0563A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输出版本化 journal.json 和附件目录，保存到 Documents/LearningJournal/Exports；失败不改动原始数据。</a:t>
            </a:r>
          </a:p>
        </p:txBody>
      </p:sp>
    </p:spTree>
    <p:extLst>
      <p:ext uri="{BB962C8B-B14F-4D97-AF65-F5344CB8AC3E}">
        <p14:creationId xmlns:p14="http://schemas.microsoft.com/office/powerpoint/2010/main" val="18291625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ECBC1-DBB2-40E0-84A3-532ADADD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DEMO STORYBOARD</a:t>
            </a:r>
          </a:p>
        </p:txBody>
      </p:sp>
      <p:sp>
        <p:nvSpPr>
          <p:cNvPr id="2" name="a4-title-24">
            <a:extLst xmlns:a="http://schemas.openxmlformats.org/drawingml/2006/main">
              <a:ext uri="{FF2B5EF4-FFF2-40B4-BE49-F238E27FC236}">
                <a16:creationId xmlns:a16="http://schemas.microsoft.com/office/drawing/2014/main" id="{0FCD0FC2-7099-40F7-82B4-80C7BB28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5–10 分钟讲完一条 iPhone + Web 学习故事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9FF50-C3FE-4A81-BA2F-D0B529B6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544E9-FBB7-4EAD-A48C-83A32F87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F8FAB-9390-4ADA-9DDA-ABBDEB89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457950" cy="78105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da6f75c4b4e0e"/>
          <a:stretch xmlns:a="http://schemas.openxmlformats.org/drawingml/2006/main"/>
        </p:blipFill>
        <p:spPr>
          <a:xfrm xmlns:a="http://schemas.openxmlformats.org/drawingml/2006/main">
            <a:off x="781050" y="4937735"/>
            <a:ext cx="6000750" cy="487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53E46-7AA5-4428-8609-9FF38E90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C76"/>
                </a:solidFill>
              </a:defRPr>
            </a:pPr>
            <a:r>
              <a:rPr sz="1275" b="0">
                <a:solidFill>
                  <a:srgbClr val="6F6C76"/>
                </a:solidFill>
              </a:rPr>
              <a:t>建议用 CS336 贯穿 Today、Routine/Timer、Proof、Trail、Stage/Weekly Review 和 guarded Web plan decision。</a:t>
            </a:r>
          </a:p>
        </p:txBody>
      </p:sp>
    </p:spTree>
    <p:extLst>
      <p:ext uri="{BB962C8B-B14F-4D97-AF65-F5344CB8AC3E}">
        <p14:creationId xmlns:p14="http://schemas.microsoft.com/office/powerpoint/2010/main" val="7710252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E5ED7-6C12-4F2D-9491-E65ADEC8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DEMO SCRIPT</a:t>
            </a:r>
          </a:p>
        </p:txBody>
      </p:sp>
      <p:sp>
        <p:nvSpPr>
          <p:cNvPr id="2" name="a4-title-25">
            <a:extLst xmlns:a="http://schemas.openxmlformats.org/drawingml/2006/main">
              <a:ext uri="{FF2B5EF4-FFF2-40B4-BE49-F238E27FC236}">
                <a16:creationId xmlns:a16="http://schemas.microsoft.com/office/drawing/2014/main" id="{D6457E1B-6013-43F1-AC1A-FB00D16A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标准 Demo 的讲解顺序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AB146-9581-435A-9D57-077A3A19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810CF-5F35-466A-A444-AC5C64EE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1CCCD-5F79-4557-97E2-428D168E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A5F1B-31BA-4C5B-B455-396A6ADE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584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42B"/>
                </a:solidFill>
              </a:defRPr>
            </a:pPr>
            <a:r>
              <a:rPr sz="1875" b="1">
                <a:solidFill>
                  <a:srgbClr val="25242B"/>
                </a:solidFill>
              </a:rPr>
              <a:t>每一步都回答一个产品问题，不需要展示所有字段。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57B36-4839-47C7-8FFD-FE4CC3AF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1 ·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B4017-A5B1-40A8-A1EE-8F3AF5F3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Next Step 为什么比任务清单更接近行动？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32E29-D88E-420C-87BB-5050ADA3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2 ·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7C505-354F-4DF8-AFD8-16B32EF5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Quick Log 与 Timer 如何共享同一种记录？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B9E6A-E971-4FC6-B2AE-A06DB75D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674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3 ·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9810B-C8CD-45C7-9E29-CBBC3A7E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056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为什么附件必须解释“这证明了什么”？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EC5BE-7BB1-4C25-B686-89DCF72B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724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4 ·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E27A7-6FEF-4475-8857-DCA2EB93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10550"/>
            <a:ext cx="590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AI 或本地规则如何提出建议，但不替用户做决定？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A6674-5E99-43CC-8FD7-7EC6D20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488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5 · Export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E689E-44EB-4D46-992C-8BC58CB3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8869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用户如何把结构化记录与附件一起带走？</a:t>
            </a:r>
          </a:p>
        </p:txBody>
      </p:sp>
    </p:spTree>
    <p:extLst>
      <p:ext uri="{BB962C8B-B14F-4D97-AF65-F5344CB8AC3E}">
        <p14:creationId xmlns:p14="http://schemas.microsoft.com/office/powerpoint/2010/main" val="123702529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910B0D-5B99-41EA-BC99-A5A1358F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STATUS</a:t>
            </a:r>
          </a:p>
        </p:txBody>
      </p:sp>
      <p:sp>
        <p:nvSpPr>
          <p:cNvPr id="2" name="a4-title-26">
            <a:extLst xmlns:a="http://schemas.openxmlformats.org/drawingml/2006/main">
              <a:ext uri="{FF2B5EF4-FFF2-40B4-BE49-F238E27FC236}">
                <a16:creationId xmlns:a16="http://schemas.microsoft.com/office/drawing/2014/main" id="{CABD3EAB-F561-45E7-B797-6C3981E9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B1–B6 与 C1/C2 本地证据，D1 live gates 单独标注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49ED6-9A53-4FA4-8FBA-92DC46BE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54F9F-4B9B-45F6-8297-6E3E8D25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B0216-D149-4C33-85D4-2EA68B8D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6457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AB1A4-F356-497E-89CC-CA585BF3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990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51CA3-ABD3-432D-862D-E9C5E570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866B"/>
                </a:solidFill>
              </a:defRPr>
            </a:pPr>
            <a:r>
              <a:rPr sz="975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0136B-6939-4B32-96AF-6C6916BA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907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42B"/>
                </a:solidFill>
              </a:defRPr>
            </a:pPr>
            <a:r>
              <a:rPr sz="1050" b="1">
                <a:solidFill>
                  <a:srgbClr val="25242B"/>
                </a:solidFill>
              </a:rPr>
              <a:t>Onboarding 与首条 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49DDA-02D5-4ED1-BAB1-D550F972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9070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C76"/>
                </a:solidFill>
              </a:defRPr>
            </a:pPr>
            <a:r>
              <a:rPr sz="975" b="0">
                <a:solidFill>
                  <a:srgbClr val="6F6C76"/>
                </a:solidFill>
              </a:rPr>
              <a:t>创建 1–3 个 Project 后完成首条记录，Today 才开放。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BBF3B-8F4F-44AC-AFBA-C6036C1D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457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2A561-794D-48B9-BD3A-7E52604E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990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B80AA-9D8C-4DCE-B22F-E21096E6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866B"/>
                </a:solidFill>
              </a:defRPr>
            </a:pPr>
            <a:r>
              <a:rPr sz="975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CFDEC-E01A-4718-B085-5B984E4A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813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42B"/>
                </a:solidFill>
              </a:defRPr>
            </a:pPr>
            <a:r>
              <a:rPr sz="1050" b="1">
                <a:solidFill>
                  <a:srgbClr val="25242B"/>
                </a:solidFill>
              </a:rPr>
              <a:t>Learning Plan 与 Plan Revision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679AA-F48F-45F8-8365-3F3A2E2F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C76"/>
                </a:solidFill>
              </a:defRPr>
            </a:pPr>
            <a:r>
              <a:rPr sz="975" b="0">
                <a:solidFill>
                  <a:srgbClr val="6F6C76"/>
                </a:solidFill>
              </a:rPr>
              <a:t>结构性计划变化创建不可变 revision；执行层 Planned Session 仍可单独完成或改期。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C0415-6900-4537-A3E9-65597575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457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7AEFE-79CC-4056-8043-A264812A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990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881A8-5956-4F88-A5BA-C9E6F830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866B"/>
                </a:solidFill>
              </a:defRPr>
            </a:pPr>
            <a:r>
              <a:rPr sz="975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96B7E-C329-491E-ABF9-E17D8C91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719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42B"/>
                </a:solidFill>
              </a:defRPr>
            </a:pPr>
            <a:r>
              <a:rPr sz="1050" b="1">
                <a:solidFill>
                  <a:srgbClr val="25242B"/>
                </a:solidFill>
              </a:rPr>
              <a:t>Stage Review 与 Qualifying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1E644-FC32-4FF1-B607-87565D82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C76"/>
                </a:solidFill>
              </a:defRPr>
            </a:pPr>
            <a:r>
              <a:rPr sz="975" b="0">
                <a:solidFill>
                  <a:srgbClr val="6F6C76"/>
                </a:solidFill>
              </a:rPr>
              <a:t>阶段锚定的 Readiness、Proof Revision、Evidence Contract 验收和显式 Review Decision 可原子发布。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6AC88-D4FA-41A3-930C-933D75F6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6457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B777B-2222-4226-8646-74FAF7E0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990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23FD5-B012-4CD7-8D25-1B5751A4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866B"/>
                </a:solidFill>
              </a:defRPr>
            </a:pPr>
            <a:r>
              <a:rPr sz="975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B5D19-8E01-4D7C-BFF4-A557DC5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625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42B"/>
                </a:solidFill>
              </a:defRPr>
            </a:pPr>
            <a:r>
              <a:rPr sz="1050" b="1">
                <a:solidFill>
                  <a:srgbClr val="25242B"/>
                </a:solidFill>
              </a:rPr>
              <a:t>Planning Window 与 Capacity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3C7FC-FAAC-4065-8DBD-229186C7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6250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C76"/>
                </a:solidFill>
              </a:defRPr>
            </a:pPr>
            <a:r>
              <a:rPr sz="975" b="0">
                <a:solidFill>
                  <a:srgbClr val="6F6C76"/>
                </a:solidFill>
              </a:rPr>
              <a:t>按周/项目汇总计划与练习负载，支持 DST 安全的可用时间检查并要求确认。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A3911F-B632-4CFF-8BE9-AABA0AF5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6457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BE41F7-3C80-4194-830D-8112A92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990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EBCE2-3BB5-4598-8765-DEA14088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866B"/>
                </a:solidFill>
              </a:defRPr>
            </a:pPr>
            <a:r>
              <a:rPr sz="975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6F8FE6-1274-448C-9AD2-CB198A64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531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42B"/>
                </a:solidFill>
              </a:defRPr>
            </a:pPr>
            <a:r>
              <a:rPr sz="1050" b="1">
                <a:solidFill>
                  <a:srgbClr val="25242B"/>
                </a:solidFill>
              </a:rPr>
              <a:t>iPhone CloudKit/iCloud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48CD0A-F2CC-40EE-B140-2794BA49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75310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C76"/>
                </a:solidFill>
              </a:defRPr>
            </a:pPr>
            <a:r>
              <a:rPr sz="975" b="0">
                <a:solidFill>
                  <a:srgbClr val="6F6C76"/>
                </a:solidFill>
              </a:rPr>
              <a:t>账号隔离、outbox、冲突审阅、重试上传与恢复路径已在本地/伪客户端测试覆盖。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18F643-94F2-48B6-B6ED-337DFC65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457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EFDA9E-6F71-476B-8683-B345EAC6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24650"/>
            <a:ext cx="990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E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057F93-FA0C-4E53-AE4E-B690234B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43700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7932"/>
                </a:solidFill>
              </a:defRPr>
            </a:pPr>
            <a:r>
              <a:rPr sz="975" b="1">
                <a:solidFill>
                  <a:srgbClr val="C77932"/>
                </a:solidFill>
              </a:rPr>
              <a:t>部分实现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730A19-83BD-465E-8EBE-595A9A4A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7437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42B"/>
                </a:solidFill>
              </a:defRPr>
            </a:pPr>
            <a:r>
              <a:rPr sz="1050" b="1">
                <a:solidFill>
                  <a:srgbClr val="25242B"/>
                </a:solidFill>
              </a:rPr>
              <a:t>Web C2 guarded writes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C8C591-2528-4E8D-9ACC-2691E684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74370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C76"/>
                </a:solidFill>
              </a:defRPr>
            </a:pPr>
            <a:r>
              <a:rPr sz="975" b="0">
                <a:solidFill>
                  <a:srgbClr val="6F6C76"/>
                </a:solidFill>
              </a:rPr>
              <a:t>Next Step、Learning Plan、Routine、Qualifying Proof 与 Stage Review 通过 typed atomic writer 和 change-tag guard。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D062A5-03A2-47F8-AFBC-CCE0F02B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00950"/>
            <a:ext cx="6457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C1D7AF-C55E-463D-9471-8C29A96E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15250"/>
            <a:ext cx="990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AA8D47-7DF1-45F1-98D9-051E2827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866B"/>
                </a:solidFill>
              </a:defRPr>
            </a:pPr>
            <a:r>
              <a:rPr sz="975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A41DB7-D21A-478A-8C4A-2A57FADB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7343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42B"/>
                </a:solidFill>
              </a:defRPr>
            </a:pPr>
            <a:r>
              <a:rPr sz="1050" b="1">
                <a:solidFill>
                  <a:srgbClr val="25242B"/>
                </a:solidFill>
              </a:rPr>
              <a:t>Calendar 与 EventKit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95F6A2-C110-454B-B213-6A0BD4F8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73430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C76"/>
                </a:solidFill>
              </a:defRPr>
            </a:pPr>
            <a:r>
              <a:rPr sz="975" b="0">
                <a:solidFill>
                  <a:srgbClr val="6F6C76"/>
                </a:solidFill>
              </a:rPr>
              <a:t>日/周/月排课草稿、冲突预览和第二次确认后才写入系统 Calendar。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347AE0-0523-4C45-88E4-F3C7BD92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91550"/>
            <a:ext cx="6457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676133-6AE3-4E24-833B-36719745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05850"/>
            <a:ext cx="990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E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4F6B89-A079-45CB-BB74-DD507C42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24900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7932"/>
                </a:solidFill>
              </a:defRPr>
            </a:pPr>
            <a:r>
              <a:rPr sz="975" b="1">
                <a:solidFill>
                  <a:srgbClr val="C77932"/>
                </a:solidFill>
              </a:rPr>
              <a:t>部分实现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DE5EC8-548B-4D6A-A9F9-A903800A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87249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42B"/>
                </a:solidFill>
              </a:defRPr>
            </a:pPr>
            <a:r>
              <a:rPr sz="1050" b="1">
                <a:solidFill>
                  <a:srgbClr val="25242B"/>
                </a:solidFill>
              </a:rPr>
              <a:t>D1 本地自动化验收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EC8367-737E-4D40-B6CB-EA749962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872490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C76"/>
                </a:solidFill>
              </a:defRPr>
            </a:pPr>
            <a:r>
              <a:rPr sz="975" b="0">
                <a:solidFill>
                  <a:srgbClr val="6F6C76"/>
                </a:solidFill>
              </a:rPr>
              <a:t>脚本映射 12 个 MVP 场景并运行 Swift/Web 本地检查，报告明确区分本地通过与 live gates。</a:t>
            </a:r>
          </a:p>
        </p:txBody>
      </p:sp>
    </p:spTree>
    <p:extLst>
      <p:ext uri="{BB962C8B-B14F-4D97-AF65-F5344CB8AC3E}">
        <p14:creationId xmlns:p14="http://schemas.microsoft.com/office/powerpoint/2010/main" val="273514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7CE11-EA79-42C4-8FF0-457EC24C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LIMITATIONS</a:t>
            </a:r>
          </a:p>
        </p:txBody>
      </p:sp>
      <p:sp>
        <p:nvSpPr>
          <p:cNvPr id="2" name="a4-title-27">
            <a:extLst xmlns:a="http://schemas.openxmlformats.org/drawingml/2006/main">
              <a:ext uri="{FF2B5EF4-FFF2-40B4-BE49-F238E27FC236}">
                <a16:creationId xmlns:a16="http://schemas.microsoft.com/office/drawing/2014/main" id="{4BE3C8C7-8999-495E-9AE0-8DC226B2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当前限制必须和已实现能力一起说明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7FF37-9C6E-4583-81E5-8D430C83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9A35F-C516-4933-91BA-74C84458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3ED02-349C-45EB-BACC-25B089FF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BBE06-2A29-499E-A224-1E684FF5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584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42B"/>
                </a:solidFill>
              </a:defRPr>
            </a:pPr>
            <a:r>
              <a:rPr sz="1875" b="1">
                <a:solidFill>
                  <a:srgbClr val="25242B"/>
                </a:solidFill>
              </a:rPr>
              <a:t>可信的产品文档既说明能做什么，也说明还没有验证什么。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04170-503D-46D0-AD78-BC001648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本地验证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C9960-EACB-4398-9E6A-8CAB8633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2026-08-09：swift test 446 个测试 0 失败，swift build、Web npm test 63/63、Web lint/build 通过；D1 脚本可映射 12 个本地场景。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5F8C2-10F7-458A-9DDB-B4F9B4EC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实时门禁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76CFB-22FF-462B-8E89-DC87E90F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真机签名安装、真实 CloudKit schema/token/origin/private zone、同账号 iPhone/Web 双端收敛和附件下载仍为 BLOCKED。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321A9-507E-4272-9BE0-758F081A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67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Web 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09803-2817-4B1C-97B6-8DF7B4B9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057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Demo fixture 永远 noncanonical 且禁止写入；Real 模式读取并通过 typed atomic writer 写入，但 conditional write 的生产行为尚未验证。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9C6E6-28DD-41B0-A5DC-A4582070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72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交互验收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C0A46-15C6-458C-9B45-2EE3254A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107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EventKit 实际写入、浏览器视觉检查、VoiceOver/辅助技术和无 AI/Support Service 的人工完整闭环尚未运行。</a:t>
            </a:r>
          </a:p>
        </p:txBody>
      </p:sp>
    </p:spTree>
    <p:extLst>
      <p:ext uri="{BB962C8B-B14F-4D97-AF65-F5344CB8AC3E}">
        <p14:creationId xmlns:p14="http://schemas.microsoft.com/office/powerpoint/2010/main" val="14119332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C6A60-C72A-45A4-9434-8E9DA4A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</a:defRPr>
            </a:pPr>
            <a:r>
              <a:rPr sz="1050" b="1">
                <a:solidFill>
                  <a:srgbClr val="6657D9"/>
                </a:solidFill>
              </a:rPr>
              <a:t>MAINTENANCE</a:t>
            </a:r>
          </a:p>
        </p:txBody>
      </p:sp>
      <p:sp>
        <p:nvSpPr>
          <p:cNvPr id="2" name="a4-title-28">
            <a:extLst xmlns:a="http://schemas.openxmlformats.org/drawingml/2006/main">
              <a:ext uri="{FF2B5EF4-FFF2-40B4-BE49-F238E27FC236}">
                <a16:creationId xmlns:a16="http://schemas.microsoft.com/office/drawing/2014/main" id="{4853C1F8-54F6-4C50-BE9A-AD7107D2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45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42B"/>
                </a:solidFill>
              </a:defRPr>
            </a:pPr>
            <a:r>
              <a:rPr sz="2325" b="1">
                <a:solidFill>
                  <a:srgbClr val="25242B"/>
                </a:solidFill>
              </a:rPr>
              <a:t>一套内容源，持续更新三种输出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81BD9-0412-4D41-B9E8-10AFBA88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060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F0EF6-4076-40D6-B90D-E084BAB4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0130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C76"/>
                </a:solidFill>
              </a:defRPr>
            </a:pPr>
            <a:r>
              <a:rPr sz="900" b="0">
                <a:solidFill>
                  <a:srgbClr val="6F6C76"/>
                </a:solidFill>
              </a:rPr>
              <a:t>SELF STUDY STUDIO  ·  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5DF13-6BCC-470A-B861-E1FE2CD2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CE502-FEF6-4B76-8D0C-D19713DF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584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242B"/>
                </a:solidFill>
              </a:defRPr>
            </a:pPr>
            <a:r>
              <a:rPr sz="1875" b="1">
                <a:solidFill>
                  <a:srgbClr val="25242B"/>
                </a:solidFill>
              </a:rPr>
              <a:t>Markdown 维护产品事实，Mermaid 维护流程，生成器维护 PPTX 与 PDF。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886A4-CDB8-448F-9D97-400B614B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产品变化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F4064-3A0D-4910-AA56-90451CDC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先更新 docs/PRODUCT_GUIDE.md 与 content.json；再更新受影响的 Mermaid 和真实截图。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0A3EB-6CFD-4CC9-BC23-BBE3C8E1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重新生成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0F8BD-ADA9-4532-A4F3-0B67C708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运行 scripts/generate-product-guide.sh，生成 16:9 PPTX、A4 PPTX 与 A4 PDF。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6AA25-A794-4C0F-81CE-8217E995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247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57D9"/>
                </a:solidFill>
              </a:defRPr>
            </a:pPr>
            <a:r>
              <a:rPr sz="1575" b="1">
                <a:solidFill>
                  <a:srgbClr val="6657D9"/>
                </a:solidFill>
              </a:rPr>
              <a:t>发布前检查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72178-435E-4CB1-95BA-EA631CC9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6285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逐页检查溢出、遮挡、图片拉伸、断开的流程连接、状态与测试基线。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03C6C-2C63-40F9-A65F-4E41A9FC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059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7932"/>
                </a:solidFill>
              </a:defRPr>
            </a:pPr>
            <a:r>
              <a:rPr sz="1575" b="1">
                <a:solidFill>
                  <a:srgbClr val="C77932"/>
                </a:solidFill>
              </a:rPr>
              <a:t>当前基线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F6158-3456-495D-9C26-816E62B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440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Swift 446 tests / 0 failures; Web npm test 63 / 63; build and lint pass; D1 local mappings pass while live gates remain blocked</a:t>
            </a:r>
          </a:p>
          <a:p xmlns:a="http://schemas.openxmlformats.org/drawingml/2006/main">
            <a:pPr algn="l">
              <a:defRPr sz="1350" b="0">
                <a:solidFill>
                  <a:srgbClr val="25242B"/>
                </a:solidFill>
              </a:defRPr>
            </a:pPr>
            <a:r>
              <a:rPr sz="1350" b="0">
                <a:solidFill>
                  <a:srgbClr val="25242B"/>
                </a:solidFill>
              </a:rPr>
              <a:t>commit d476f32</a:t>
            </a:r>
          </a:p>
        </p:txBody>
      </p:sp>
    </p:spTree>
    <p:extLst>
      <p:ext uri="{BB962C8B-B14F-4D97-AF65-F5344CB8AC3E}">
        <p14:creationId xmlns:p14="http://schemas.microsoft.com/office/powerpoint/2010/main" val="1503225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2026-08-09T03:33:24.2690000Z</dcterms:created>
  <dcterms:modified xsi:type="dcterms:W3CDTF">2026-08-09T03:33:24.2690000Z</dcterms:modified>
</coreProperties>
</file>